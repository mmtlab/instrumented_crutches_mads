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D85D-F31A-CD08-97F5-DDAD42EDB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D5F863-8B65-563A-554E-6493674E4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DF990-C1C0-81B0-4788-1672772C6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2831-DE2B-490E-AFEC-6491A3DD7E1A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9EC5B-89D8-AB2B-1F7B-8626A0137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0CCB7-4F23-97DB-379A-27CCC497B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6D11-E09F-4F39-BA36-751CBBF2ED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5347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D4E72-8CE0-26E8-9F26-1F6ECA37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C2448-354C-0EFC-8BF7-8E1E44F4D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17539-6AA1-F3E8-3D35-E64E50AEF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2831-DE2B-490E-AFEC-6491A3DD7E1A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D6A16-C01B-3A08-148E-27B61B472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9F534-B82B-EB83-1D68-441933984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6D11-E09F-4F39-BA36-751CBBF2ED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7115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94ADF-CAC3-7F10-F087-66180910A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ED242-8872-FD5F-0500-1F30AC49C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FB67E-E476-42E9-B92C-873D7430C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2831-DE2B-490E-AFEC-6491A3DD7E1A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C63F8-4899-4B92-0E15-B43371DA6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AEC35-10A3-6061-5E03-8B210963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6D11-E09F-4F39-BA36-751CBBF2ED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6721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1B878-2939-5E5D-8AB5-DD5B1AA7B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6651D-9DDB-ABF2-EFD6-55430B775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3D816C-0D92-6B8E-E19E-BAD8CAF06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61DEA-7EC0-7CE7-FAD8-A4D323EA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2831-DE2B-490E-AFEC-6491A3DD7E1A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DE79F-9341-F1D3-2C34-9C909ADEF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17285-378F-E594-8389-26C74379F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6D11-E09F-4F39-BA36-751CBBF2ED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7081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55042-2215-6C7D-CA17-A942470C0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47229-48D6-D7B1-1F2A-D213DBFB4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AA7DA7-9C73-0A3F-AFB4-C1FA39228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51869E-FDCD-F3BE-F55E-0D0B79F8DF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BC35C7-7019-6007-FA2D-69E201D69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295BD7-CDEE-FD24-21C6-3893CE5C7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2831-DE2B-490E-AFEC-6491A3DD7E1A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6185EB-471F-E0D6-422D-012448E2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F3B47A-9D6E-5D49-4759-581C91780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6D11-E09F-4F39-BA36-751CBBF2ED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716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040E-83F0-0BDB-98CD-6FC9FBA88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FBE1B6-F695-CEFE-C8C1-0CEF4FA92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2831-DE2B-490E-AFEC-6491A3DD7E1A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92440-88B8-3AD6-B116-4FACA7A28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19BEC-EA1F-B344-6590-CE76EEC90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6D11-E09F-4F39-BA36-751CBBF2ED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3234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B23EF4-3896-046F-8D27-8A06D649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2831-DE2B-490E-AFEC-6491A3DD7E1A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79DF63-8D98-700C-7D07-20B8721BE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5CDB7-AB59-AB69-370A-1EE16A357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6D11-E09F-4F39-BA36-751CBBF2ED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6723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8ED28-456B-A430-0C4B-3B434382D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087C6-33E0-8238-A49B-6FE8062C5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9E9574-2E78-36EB-34F7-74141ADF9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1FDB0-26FF-D32F-16D6-2E353F443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2831-DE2B-490E-AFEC-6491A3DD7E1A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4414A-CEF9-ABFF-8C42-8408109A7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EBC0B-574E-7747-2DB0-7723DB6FF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6D11-E09F-4F39-BA36-751CBBF2ED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1555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2E366-731B-0096-8320-C6580AE75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311046-AE77-D1E2-9B32-3E522E0E0F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EF865A-B6B4-5DEF-7AC0-DF9E523C9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791E1-75D8-4D25-0918-1E757540D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2831-DE2B-490E-AFEC-6491A3DD7E1A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B1E329-A0F0-CE50-2F18-3CDB5BE46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CA042-67D3-F567-8487-31BCF6D31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6D11-E09F-4F39-BA36-751CBBF2ED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4465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37371-A67A-A6B8-14ED-0A5CA9BF8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22D987-7221-98BA-D7B2-A413F2CAA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978A2-5E03-9A91-BF78-09A8DB9C4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2831-DE2B-490E-AFEC-6491A3DD7E1A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15925-77F5-CB9E-9CE5-5564B0D46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C2F5A-570B-AB14-9F6F-A1C8F3B53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6D11-E09F-4F39-BA36-751CBBF2ED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2348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FD9517-34A2-09CD-441B-27131DB745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08A865-69AD-43D3-65D8-B0080D5E9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4A143-2F59-7492-D336-C475B35EC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2831-DE2B-490E-AFEC-6491A3DD7E1A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F3A48-D517-E9FF-7BF7-495D42738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A81BC-64F8-1F82-7BC4-72713BB5F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6D11-E09F-4F39-BA36-751CBBF2ED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1948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2D97D0-DFDA-255D-CEAC-3952DDEFD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D62C0-76B7-2DD6-FA68-E1643B3E2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03FD0-0DAF-54F9-6EA1-471689A4E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0E2831-DE2B-490E-AFEC-6491A3DD7E1A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227A6-2E00-1E41-B8E7-466243C1A9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FED3A-E5F3-6596-23FA-CE9A801C3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CF6D11-E09F-4F39-BA36-751CBBF2ED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6555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FE683FB-4173-CEEE-EED5-BEB8D80CCF43}"/>
              </a:ext>
            </a:extLst>
          </p:cNvPr>
          <p:cNvGrpSpPr/>
          <p:nvPr/>
        </p:nvGrpSpPr>
        <p:grpSpPr>
          <a:xfrm>
            <a:off x="5205828" y="2710834"/>
            <a:ext cx="1689819" cy="1228102"/>
            <a:chOff x="5205828" y="2710834"/>
            <a:chExt cx="1689819" cy="1228102"/>
          </a:xfrm>
        </p:grpSpPr>
        <p:pic>
          <p:nvPicPr>
            <p:cNvPr id="7" name="Picture 6" descr="A green light on a black background&#10;&#10;AI-generated content may be incorrect.">
              <a:extLst>
                <a:ext uri="{FF2B5EF4-FFF2-40B4-BE49-F238E27FC236}">
                  <a16:creationId xmlns:a16="http://schemas.microsoft.com/office/drawing/2014/main" id="{CBCA8EE2-A273-0FB3-900E-6087F941A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6599" y="2719888"/>
              <a:ext cx="1219048" cy="1219048"/>
            </a:xfrm>
            <a:prstGeom prst="rect">
              <a:avLst/>
            </a:prstGeom>
          </p:spPr>
        </p:pic>
        <p:pic>
          <p:nvPicPr>
            <p:cNvPr id="5" name="Picture 4" descr="A red light on a black background&#10;&#10;AI-generated content may be incorrect.">
              <a:extLst>
                <a:ext uri="{FF2B5EF4-FFF2-40B4-BE49-F238E27FC236}">
                  <a16:creationId xmlns:a16="http://schemas.microsoft.com/office/drawing/2014/main" id="{85593CF6-9353-2B92-D389-D8D001302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28" y="2710834"/>
              <a:ext cx="1219048" cy="1219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6883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GHIDELLI</dc:creator>
  <cp:lastModifiedBy>Marco GHIDELLI</cp:lastModifiedBy>
  <cp:revision>2</cp:revision>
  <dcterms:created xsi:type="dcterms:W3CDTF">2026-01-14T15:44:08Z</dcterms:created>
  <dcterms:modified xsi:type="dcterms:W3CDTF">2026-01-14T16:05:31Z</dcterms:modified>
</cp:coreProperties>
</file>